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</p:sldIdLst>
  <p:sldSz cx="18288000" cy="10287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ooper Hewitt" panose="020B0604020202020204" charset="0"/>
      <p:regular r:id="rId28"/>
    </p:embeddedFont>
    <p:embeddedFont>
      <p:font typeface="Cooper Hewitt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E745C-1973-A308-8CBB-E9EA9D7C8695}" v="39" dt="2025-11-03T16:22:04.964"/>
    <p1510:client id="{62E4D9FD-FC88-A811-37B4-437830FFF12B}" v="2" dt="2025-11-03T16:32:10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900" y="7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 TAKEDI SOUZA BRUNELLI" userId="S::davi.brunelli@etec.sp.gov.br::44f0aaed-bc64-4e8d-9572-f761f0fdfdd0" providerId="AD" clId="Web-{62E4D9FD-FC88-A811-37B4-437830FFF12B}"/>
    <pc:docChg chg="sldOrd">
      <pc:chgData name="DAVI TAKEDI SOUZA BRUNELLI" userId="S::davi.brunelli@etec.sp.gov.br::44f0aaed-bc64-4e8d-9572-f761f0fdfdd0" providerId="AD" clId="Web-{62E4D9FD-FC88-A811-37B4-437830FFF12B}" dt="2025-11-03T16:32:10.280" v="1"/>
      <pc:docMkLst>
        <pc:docMk/>
      </pc:docMkLst>
      <pc:sldChg chg="ord">
        <pc:chgData name="DAVI TAKEDI SOUZA BRUNELLI" userId="S::davi.brunelli@etec.sp.gov.br::44f0aaed-bc64-4e8d-9572-f761f0fdfdd0" providerId="AD" clId="Web-{62E4D9FD-FC88-A811-37B4-437830FFF12B}" dt="2025-11-03T16:32:10.280" v="1"/>
        <pc:sldMkLst>
          <pc:docMk/>
          <pc:sldMk cId="0" sldId="262"/>
        </pc:sldMkLst>
      </pc:sldChg>
    </pc:docChg>
  </pc:docChgLst>
  <pc:docChgLst>
    <pc:chgData name="JOAO VICTOR DE OLIVEIRA RISSI" userId="S::joao.rissi@etec.sp.gov.br::1f3ef162-0872-4df8-9611-f06fbb383b1c" providerId="AD" clId="Web-{C6066451-0CBF-8C53-E630-72259521ABA1}"/>
    <pc:docChg chg="delSld modSld">
      <pc:chgData name="JOAO VICTOR DE OLIVEIRA RISSI" userId="S::joao.rissi@etec.sp.gov.br::1f3ef162-0872-4df8-9611-f06fbb383b1c" providerId="AD" clId="Web-{C6066451-0CBF-8C53-E630-72259521ABA1}" dt="2025-10-03T00:23:19.319" v="152"/>
      <pc:docMkLst>
        <pc:docMk/>
      </pc:docMkLst>
      <pc:sldChg chg="addAnim delAnim modAnim">
        <pc:chgData name="JOAO VICTOR DE OLIVEIRA RISSI" userId="S::joao.rissi@etec.sp.gov.br::1f3ef162-0872-4df8-9611-f06fbb383b1c" providerId="AD" clId="Web-{C6066451-0CBF-8C53-E630-72259521ABA1}" dt="2025-10-03T00:22:15.802" v="122"/>
        <pc:sldMkLst>
          <pc:docMk/>
          <pc:sldMk cId="0" sldId="256"/>
        </pc:sldMkLst>
      </pc:sldChg>
      <pc:sldChg chg="addAnim delAnim modAnim">
        <pc:chgData name="JOAO VICTOR DE OLIVEIRA RISSI" userId="S::joao.rissi@etec.sp.gov.br::1f3ef162-0872-4df8-9611-f06fbb383b1c" providerId="AD" clId="Web-{C6066451-0CBF-8C53-E630-72259521ABA1}" dt="2025-10-03T00:22:20.459" v="125"/>
        <pc:sldMkLst>
          <pc:docMk/>
          <pc:sldMk cId="0" sldId="257"/>
        </pc:sldMkLst>
      </pc:sldChg>
      <pc:sldChg chg="addAnim delAnim modAnim">
        <pc:chgData name="JOAO VICTOR DE OLIVEIRA RISSI" userId="S::joao.rissi@etec.sp.gov.br::1f3ef162-0872-4df8-9611-f06fbb383b1c" providerId="AD" clId="Web-{C6066451-0CBF-8C53-E630-72259521ABA1}" dt="2025-10-03T00:22:24.193" v="127"/>
        <pc:sldMkLst>
          <pc:docMk/>
          <pc:sldMk cId="0" sldId="258"/>
        </pc:sldMkLst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2:28.678" v="131"/>
        <pc:sldMkLst>
          <pc:docMk/>
          <pc:sldMk cId="0" sldId="259"/>
        </pc:sldMkLst>
        <pc:spChg chg="mod">
          <ac:chgData name="JOAO VICTOR DE OLIVEIRA RISSI" userId="S::joao.rissi@etec.sp.gov.br::1f3ef162-0872-4df8-9611-f06fbb383b1c" providerId="AD" clId="Web-{C6066451-0CBF-8C53-E630-72259521ABA1}" dt="2025-10-03T00:06:22.802" v="9" actId="1076"/>
          <ac:spMkLst>
            <pc:docMk/>
            <pc:sldMk cId="0" sldId="259"/>
            <ac:spMk id="7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2:32.693" v="135"/>
        <pc:sldMkLst>
          <pc:docMk/>
          <pc:sldMk cId="0" sldId="260"/>
        </pc:sldMkLst>
        <pc:spChg chg="mod">
          <ac:chgData name="JOAO VICTOR DE OLIVEIRA RISSI" userId="S::joao.rissi@etec.sp.gov.br::1f3ef162-0872-4df8-9611-f06fbb383b1c" providerId="AD" clId="Web-{C6066451-0CBF-8C53-E630-72259521ABA1}" dt="2025-10-03T00:06:33.099" v="10" actId="1076"/>
          <ac:spMkLst>
            <pc:docMk/>
            <pc:sldMk cId="0" sldId="260"/>
            <ac:spMk id="5" creationId="{00000000-0000-0000-0000-000000000000}"/>
          </ac:spMkLst>
        </pc:spChg>
      </pc:sldChg>
      <pc:sldChg chg="addSp delSp modSp">
        <pc:chgData name="JOAO VICTOR DE OLIVEIRA RISSI" userId="S::joao.rissi@etec.sp.gov.br::1f3ef162-0872-4df8-9611-f06fbb383b1c" providerId="AD" clId="Web-{C6066451-0CBF-8C53-E630-72259521ABA1}" dt="2025-10-03T00:20:02.908" v="112"/>
        <pc:sldMkLst>
          <pc:docMk/>
          <pc:sldMk cId="0" sldId="261"/>
        </pc:sldMkLst>
        <pc:spChg chg="mod">
          <ac:chgData name="JOAO VICTOR DE OLIVEIRA RISSI" userId="S::joao.rissi@etec.sp.gov.br::1f3ef162-0872-4df8-9611-f06fbb383b1c" providerId="AD" clId="Web-{C6066451-0CBF-8C53-E630-72259521ABA1}" dt="2025-10-03T00:06:36.880" v="11" actId="1076"/>
          <ac:spMkLst>
            <pc:docMk/>
            <pc:sldMk cId="0" sldId="261"/>
            <ac:spMk id="12" creationId="{00000000-0000-0000-0000-000000000000}"/>
          </ac:spMkLst>
        </pc:spChg>
        <pc:grpChg chg="add del">
          <ac:chgData name="JOAO VICTOR DE OLIVEIRA RISSI" userId="S::joao.rissi@etec.sp.gov.br::1f3ef162-0872-4df8-9611-f06fbb383b1c" providerId="AD" clId="Web-{C6066451-0CBF-8C53-E630-72259521ABA1}" dt="2025-10-03T00:20:02.908" v="112"/>
          <ac:grpSpMkLst>
            <pc:docMk/>
            <pc:sldMk cId="0" sldId="261"/>
            <ac:grpSpMk id="20" creationId="{CDC598C5-89C7-2967-2BFC-5F5873C335C0}"/>
          </ac:grpSpMkLst>
        </pc:grpChg>
      </pc:sldChg>
      <pc:sldChg chg="addSp delSp modSp addAnim delAnim modAnim">
        <pc:chgData name="JOAO VICTOR DE OLIVEIRA RISSI" userId="S::joao.rissi@etec.sp.gov.br::1f3ef162-0872-4df8-9611-f06fbb383b1c" providerId="AD" clId="Web-{C6066451-0CBF-8C53-E630-72259521ABA1}" dt="2025-10-03T00:22:38.943" v="139"/>
        <pc:sldMkLst>
          <pc:docMk/>
          <pc:sldMk cId="0" sldId="262"/>
        </pc:sldMkLst>
        <pc:spChg chg="mod">
          <ac:chgData name="JOAO VICTOR DE OLIVEIRA RISSI" userId="S::joao.rissi@etec.sp.gov.br::1f3ef162-0872-4df8-9611-f06fbb383b1c" providerId="AD" clId="Web-{C6066451-0CBF-8C53-E630-72259521ABA1}" dt="2025-10-03T00:15:55.491" v="6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15:29.240" v="65" actId="1076"/>
          <ac:spMkLst>
            <pc:docMk/>
            <pc:sldMk cId="0" sldId="262"/>
            <ac:spMk id="12" creationId="{00000000-0000-0000-0000-000000000000}"/>
          </ac:spMkLst>
        </pc:spChg>
        <pc:grpChg chg="ord">
          <ac:chgData name="JOAO VICTOR DE OLIVEIRA RISSI" userId="S::joao.rissi@etec.sp.gov.br::1f3ef162-0872-4df8-9611-f06fbb383b1c" providerId="AD" clId="Web-{C6066451-0CBF-8C53-E630-72259521ABA1}" dt="2025-10-03T00:19:57.642" v="110"/>
          <ac:grpSpMkLst>
            <pc:docMk/>
            <pc:sldMk cId="0" sldId="262"/>
            <ac:grpSpMk id="6" creationId="{00000000-0000-0000-0000-000000000000}"/>
          </ac:grpSpMkLst>
        </pc:grpChg>
        <pc:grpChg chg="add del">
          <ac:chgData name="JOAO VICTOR DE OLIVEIRA RISSI" userId="S::joao.rissi@etec.sp.gov.br::1f3ef162-0872-4df8-9611-f06fbb383b1c" providerId="AD" clId="Web-{C6066451-0CBF-8C53-E630-72259521ABA1}" dt="2025-10-03T00:20:08.190" v="114"/>
          <ac:grpSpMkLst>
            <pc:docMk/>
            <pc:sldMk cId="0" sldId="262"/>
            <ac:grpSpMk id="16" creationId="{00E94828-A356-780F-68F3-8A4CF226A25A}"/>
          </ac:grpSpMkLst>
        </pc:grpChg>
        <pc:grpChg chg="add del">
          <ac:chgData name="JOAO VICTOR DE OLIVEIRA RISSI" userId="S::joao.rissi@etec.sp.gov.br::1f3ef162-0872-4df8-9611-f06fbb383b1c" providerId="AD" clId="Web-{C6066451-0CBF-8C53-E630-72259521ABA1}" dt="2025-10-03T00:20:11.471" v="116"/>
          <ac:grpSpMkLst>
            <pc:docMk/>
            <pc:sldMk cId="0" sldId="262"/>
            <ac:grpSpMk id="19" creationId="{AF4E0904-E83F-92D7-3102-F86162478648}"/>
          </ac:grpSpMkLst>
        </pc:grpChg>
      </pc:sldChg>
      <pc:sldChg chg="modSp">
        <pc:chgData name="JOAO VICTOR DE OLIVEIRA RISSI" userId="S::joao.rissi@etec.sp.gov.br::1f3ef162-0872-4df8-9611-f06fbb383b1c" providerId="AD" clId="Web-{C6066451-0CBF-8C53-E630-72259521ABA1}" dt="2025-10-03T00:06:41.849" v="12" actId="1076"/>
        <pc:sldMkLst>
          <pc:docMk/>
          <pc:sldMk cId="0" sldId="263"/>
        </pc:sldMkLst>
        <pc:spChg chg="mod">
          <ac:chgData name="JOAO VICTOR DE OLIVEIRA RISSI" userId="S::joao.rissi@etec.sp.gov.br::1f3ef162-0872-4df8-9611-f06fbb383b1c" providerId="AD" clId="Web-{C6066451-0CBF-8C53-E630-72259521ABA1}" dt="2025-10-03T00:05:17.957" v="3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05:24.863" v="6" actId="2057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05:29.191" v="8" actId="20577"/>
          <ac:spMkLst>
            <pc:docMk/>
            <pc:sldMk cId="0" sldId="263"/>
            <ac:spMk id="46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06:41.849" v="12" actId="1076"/>
          <ac:spMkLst>
            <pc:docMk/>
            <pc:sldMk cId="0" sldId="263"/>
            <ac:spMk id="47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2:55.303" v="141"/>
        <pc:sldMkLst>
          <pc:docMk/>
          <pc:sldMk cId="0" sldId="264"/>
        </pc:sldMkLst>
        <pc:spChg chg="mod">
          <ac:chgData name="JOAO VICTOR DE OLIVEIRA RISSI" userId="S::joao.rissi@etec.sp.gov.br::1f3ef162-0872-4df8-9611-f06fbb383b1c" providerId="AD" clId="Web-{C6066451-0CBF-8C53-E630-72259521ABA1}" dt="2025-10-03T00:06:44.224" v="13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2:59.538" v="142"/>
        <pc:sldMkLst>
          <pc:docMk/>
          <pc:sldMk cId="0" sldId="265"/>
        </pc:sldMkLst>
        <pc:spChg chg="mod">
          <ac:chgData name="JOAO VICTOR DE OLIVEIRA RISSI" userId="S::joao.rissi@etec.sp.gov.br::1f3ef162-0872-4df8-9611-f06fbb383b1c" providerId="AD" clId="Web-{C6066451-0CBF-8C53-E630-72259521ABA1}" dt="2025-10-03T00:06:46.911" v="14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02.100" v="144"/>
        <pc:sldMkLst>
          <pc:docMk/>
          <pc:sldMk cId="0" sldId="266"/>
        </pc:sldMkLst>
        <pc:spChg chg="mod">
          <ac:chgData name="JOAO VICTOR DE OLIVEIRA RISSI" userId="S::joao.rissi@etec.sp.gov.br::1f3ef162-0872-4df8-9611-f06fbb383b1c" providerId="AD" clId="Web-{C6066451-0CBF-8C53-E630-72259521ABA1}" dt="2025-10-03T00:06:54.708" v="16" actId="1076"/>
          <ac:spMkLst>
            <pc:docMk/>
            <pc:sldMk cId="0" sldId="266"/>
            <ac:spMk id="10" creationId="{00000000-0000-0000-0000-000000000000}"/>
          </ac:spMkLst>
        </pc:spChg>
        <pc:grpChg chg="mod">
          <ac:chgData name="JOAO VICTOR DE OLIVEIRA RISSI" userId="S::joao.rissi@etec.sp.gov.br::1f3ef162-0872-4df8-9611-f06fbb383b1c" providerId="AD" clId="Web-{C6066451-0CBF-8C53-E630-72259521ABA1}" dt="2025-10-03T00:06:52.115" v="15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05.256" v="145"/>
        <pc:sldMkLst>
          <pc:docMk/>
          <pc:sldMk cId="0" sldId="267"/>
        </pc:sldMkLst>
        <pc:spChg chg="mod">
          <ac:chgData name="JOAO VICTOR DE OLIVEIRA RISSI" userId="S::joao.rissi@etec.sp.gov.br::1f3ef162-0872-4df8-9611-f06fbb383b1c" providerId="AD" clId="Web-{C6066451-0CBF-8C53-E630-72259521ABA1}" dt="2025-10-03T00:07:04.287" v="18" actId="1076"/>
          <ac:spMkLst>
            <pc:docMk/>
            <pc:sldMk cId="0" sldId="267"/>
            <ac:spMk id="10" creationId="{00000000-0000-0000-0000-000000000000}"/>
          </ac:spMkLst>
        </pc:spChg>
        <pc:grpChg chg="mod">
          <ac:chgData name="JOAO VICTOR DE OLIVEIRA RISSI" userId="S::joao.rissi@etec.sp.gov.br::1f3ef162-0872-4df8-9611-f06fbb383b1c" providerId="AD" clId="Web-{C6066451-0CBF-8C53-E630-72259521ABA1}" dt="2025-10-03T00:07:01.693" v="17" actId="1076"/>
          <ac:grpSpMkLst>
            <pc:docMk/>
            <pc:sldMk cId="0" sldId="267"/>
            <ac:grpSpMk id="5" creationId="{00000000-0000-0000-0000-000000000000}"/>
          </ac:grpSpMkLst>
        </pc:gr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08.272" v="146"/>
        <pc:sldMkLst>
          <pc:docMk/>
          <pc:sldMk cId="0" sldId="268"/>
        </pc:sldMkLst>
        <pc:spChg chg="mod">
          <ac:chgData name="JOAO VICTOR DE OLIVEIRA RISSI" userId="S::joao.rissi@etec.sp.gov.br::1f3ef162-0872-4df8-9611-f06fbb383b1c" providerId="AD" clId="Web-{C6066451-0CBF-8C53-E630-72259521ABA1}" dt="2025-10-03T00:07:10.099" v="20" actId="1076"/>
          <ac:spMkLst>
            <pc:docMk/>
            <pc:sldMk cId="0" sldId="268"/>
            <ac:spMk id="10" creationId="{00000000-0000-0000-0000-000000000000}"/>
          </ac:spMkLst>
        </pc:spChg>
        <pc:grpChg chg="mod">
          <ac:chgData name="JOAO VICTOR DE OLIVEIRA RISSI" userId="S::joao.rissi@etec.sp.gov.br::1f3ef162-0872-4df8-9611-f06fbb383b1c" providerId="AD" clId="Web-{C6066451-0CBF-8C53-E630-72259521ABA1}" dt="2025-10-03T00:07:08.318" v="19" actId="1076"/>
          <ac:grpSpMkLst>
            <pc:docMk/>
            <pc:sldMk cId="0" sldId="268"/>
            <ac:grpSpMk id="5" creationId="{00000000-0000-0000-0000-000000000000}"/>
          </ac:grpSpMkLst>
        </pc:gr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10.741" v="147"/>
        <pc:sldMkLst>
          <pc:docMk/>
          <pc:sldMk cId="0" sldId="269"/>
        </pc:sldMkLst>
        <pc:spChg chg="mod">
          <ac:chgData name="JOAO VICTOR DE OLIVEIRA RISSI" userId="S::joao.rissi@etec.sp.gov.br::1f3ef162-0872-4df8-9611-f06fbb383b1c" providerId="AD" clId="Web-{C6066451-0CBF-8C53-E630-72259521ABA1}" dt="2025-10-03T00:07:12.631" v="21" actId="1076"/>
          <ac:spMkLst>
            <pc:docMk/>
            <pc:sldMk cId="0" sldId="269"/>
            <ac:spMk id="4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12.741" v="148"/>
        <pc:sldMkLst>
          <pc:docMk/>
          <pc:sldMk cId="0" sldId="270"/>
        </pc:sldMkLst>
        <pc:spChg chg="mod">
          <ac:chgData name="JOAO VICTOR DE OLIVEIRA RISSI" userId="S::joao.rissi@etec.sp.gov.br::1f3ef162-0872-4df8-9611-f06fbb383b1c" providerId="AD" clId="Web-{C6066451-0CBF-8C53-E630-72259521ABA1}" dt="2025-10-03T00:07:16.021" v="22" actId="1076"/>
          <ac:spMkLst>
            <pc:docMk/>
            <pc:sldMk cId="0" sldId="270"/>
            <ac:spMk id="4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15.975" v="149"/>
        <pc:sldMkLst>
          <pc:docMk/>
          <pc:sldMk cId="0" sldId="271"/>
        </pc:sldMkLst>
        <pc:spChg chg="mod">
          <ac:chgData name="JOAO VICTOR DE OLIVEIRA RISSI" userId="S::joao.rissi@etec.sp.gov.br::1f3ef162-0872-4df8-9611-f06fbb383b1c" providerId="AD" clId="Web-{C6066451-0CBF-8C53-E630-72259521ABA1}" dt="2025-10-03T00:07:20.256" v="23" actId="1076"/>
          <ac:spMkLst>
            <pc:docMk/>
            <pc:sldMk cId="0" sldId="271"/>
            <ac:spMk id="5" creationId="{00000000-0000-0000-0000-000000000000}"/>
          </ac:spMkLst>
        </pc:spChg>
      </pc:sldChg>
      <pc:sldChg chg="modSp addAnim delAnim modAnim">
        <pc:chgData name="JOAO VICTOR DE OLIVEIRA RISSI" userId="S::joao.rissi@etec.sp.gov.br::1f3ef162-0872-4df8-9611-f06fbb383b1c" providerId="AD" clId="Web-{C6066451-0CBF-8C53-E630-72259521ABA1}" dt="2025-10-03T00:23:19.319" v="152"/>
        <pc:sldMkLst>
          <pc:docMk/>
          <pc:sldMk cId="0" sldId="272"/>
        </pc:sldMkLst>
        <pc:spChg chg="mod">
          <ac:chgData name="JOAO VICTOR DE OLIVEIRA RISSI" userId="S::joao.rissi@etec.sp.gov.br::1f3ef162-0872-4df8-9611-f06fbb383b1c" providerId="AD" clId="Web-{C6066451-0CBF-8C53-E630-72259521ABA1}" dt="2025-10-03T00:09:15.851" v="39" actId="14100"/>
          <ac:spMkLst>
            <pc:docMk/>
            <pc:sldMk cId="0" sldId="272"/>
            <ac:spMk id="5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09:00.835" v="35" actId="14100"/>
          <ac:spMkLst>
            <pc:docMk/>
            <pc:sldMk cId="0" sldId="272"/>
            <ac:spMk id="6" creationId="{00000000-0000-0000-0000-000000000000}"/>
          </ac:spMkLst>
        </pc:spChg>
        <pc:grpChg chg="mod">
          <ac:chgData name="JOAO VICTOR DE OLIVEIRA RISSI" userId="S::joao.rissi@etec.sp.gov.br::1f3ef162-0872-4df8-9611-f06fbb383b1c" providerId="AD" clId="Web-{C6066451-0CBF-8C53-E630-72259521ABA1}" dt="2025-10-03T00:07:48.069" v="27" actId="1076"/>
          <ac:grpSpMkLst>
            <pc:docMk/>
            <pc:sldMk cId="0" sldId="272"/>
            <ac:grpSpMk id="2" creationId="{00000000-0000-0000-0000-000000000000}"/>
          </ac:grpSpMkLst>
        </pc:grpChg>
      </pc:sldChg>
      <pc:sldChg chg="del addAnim modAnim">
        <pc:chgData name="JOAO VICTOR DE OLIVEIRA RISSI" userId="S::joao.rissi@etec.sp.gov.br::1f3ef162-0872-4df8-9611-f06fbb383b1c" providerId="AD" clId="Web-{C6066451-0CBF-8C53-E630-72259521ABA1}" dt="2025-10-03T00:19:04.125" v="109"/>
        <pc:sldMkLst>
          <pc:docMk/>
          <pc:sldMk cId="0" sldId="273"/>
        </pc:sldMkLst>
      </pc:sldChg>
      <pc:sldChg chg="modSp">
        <pc:chgData name="JOAO VICTOR DE OLIVEIRA RISSI" userId="S::joao.rissi@etec.sp.gov.br::1f3ef162-0872-4df8-9611-f06fbb383b1c" providerId="AD" clId="Web-{C6066451-0CBF-8C53-E630-72259521ABA1}" dt="2025-10-03T00:08:48.366" v="33" actId="1076"/>
        <pc:sldMkLst>
          <pc:docMk/>
          <pc:sldMk cId="0" sldId="274"/>
        </pc:sldMkLst>
        <pc:spChg chg="mod">
          <ac:chgData name="JOAO VICTOR DE OLIVEIRA RISSI" userId="S::joao.rissi@etec.sp.gov.br::1f3ef162-0872-4df8-9611-f06fbb383b1c" providerId="AD" clId="Web-{C6066451-0CBF-8C53-E630-72259521ABA1}" dt="2025-10-03T00:08:48.366" v="33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08:46.101" v="32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JOAO VICTOR DE OLIVEIRA RISSI" userId="S::joao.rissi@etec.sp.gov.br::1f3ef162-0872-4df8-9611-f06fbb383b1c" providerId="AD" clId="Web-{C6066451-0CBF-8C53-E630-72259521ABA1}" dt="2025-10-03T00:08:42.632" v="31" actId="1076"/>
        <pc:sldMkLst>
          <pc:docMk/>
          <pc:sldMk cId="0" sldId="275"/>
        </pc:sldMkLst>
        <pc:spChg chg="mod">
          <ac:chgData name="JOAO VICTOR DE OLIVEIRA RISSI" userId="S::joao.rissi@etec.sp.gov.br::1f3ef162-0872-4df8-9611-f06fbb383b1c" providerId="AD" clId="Web-{C6066451-0CBF-8C53-E630-72259521ABA1}" dt="2025-10-03T00:08:42.632" v="31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JOAO VICTOR DE OLIVEIRA RISSI" userId="S::joao.rissi@etec.sp.gov.br::1f3ef162-0872-4df8-9611-f06fbb383b1c" providerId="AD" clId="Web-{C6066451-0CBF-8C53-E630-72259521ABA1}" dt="2025-10-03T00:08:38.663" v="30" actId="1076"/>
          <ac:spMkLst>
            <pc:docMk/>
            <pc:sldMk cId="0" sldId="275"/>
            <ac:spMk id="3" creationId="{00000000-0000-0000-0000-000000000000}"/>
          </ac:spMkLst>
        </pc:spChg>
      </pc:sldChg>
    </pc:docChg>
  </pc:docChgLst>
  <pc:docChgLst>
    <pc:chgData name="DAVI TAKEDI SOUZA BRUNELLI" userId="S::davi.brunelli@etec.sp.gov.br::44f0aaed-bc64-4e8d-9572-f761f0fdfdd0" providerId="AD" clId="Web-{3C5E745C-1973-A308-8CBB-E9EA9D7C8695}"/>
    <pc:docChg chg="modSld">
      <pc:chgData name="DAVI TAKEDI SOUZA BRUNELLI" userId="S::davi.brunelli@etec.sp.gov.br::44f0aaed-bc64-4e8d-9572-f761f0fdfdd0" providerId="AD" clId="Web-{3C5E745C-1973-A308-8CBB-E9EA9D7C8695}" dt="2025-11-03T16:22:02.652" v="17" actId="20577"/>
      <pc:docMkLst>
        <pc:docMk/>
      </pc:docMkLst>
      <pc:sldChg chg="modSp">
        <pc:chgData name="DAVI TAKEDI SOUZA BRUNELLI" userId="S::davi.brunelli@etec.sp.gov.br::44f0aaed-bc64-4e8d-9572-f761f0fdfdd0" providerId="AD" clId="Web-{3C5E745C-1973-A308-8CBB-E9EA9D7C8695}" dt="2025-11-03T16:22:02.652" v="17" actId="20577"/>
        <pc:sldMkLst>
          <pc:docMk/>
          <pc:sldMk cId="0" sldId="257"/>
        </pc:sldMkLst>
        <pc:spChg chg="mod">
          <ac:chgData name="DAVI TAKEDI SOUZA BRUNELLI" userId="S::davi.brunelli@etec.sp.gov.br::44f0aaed-bc64-4e8d-9572-f761f0fdfdd0" providerId="AD" clId="Web-{3C5E745C-1973-A308-8CBB-E9EA9D7C8695}" dt="2025-11-03T16:21:57.480" v="13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VI TAKEDI SOUZA BRUNELLI" userId="S::davi.brunelli@etec.sp.gov.br::44f0aaed-bc64-4e8d-9572-f761f0fdfdd0" providerId="AD" clId="Web-{3C5E745C-1973-A308-8CBB-E9EA9D7C8695}" dt="2025-11-03T16:22:02.652" v="17" actId="20577"/>
          <ac:spMkLst>
            <pc:docMk/>
            <pc:sldMk cId="0" sldId="257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2200" y="-4299758"/>
            <a:ext cx="27677038" cy="18886516"/>
            <a:chOff x="0" y="0"/>
            <a:chExt cx="36902718" cy="251820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305160"/>
              <a:ext cx="13994934" cy="15706337"/>
              <a:chOff x="0" y="0"/>
              <a:chExt cx="2764431" cy="310248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64431" cy="3102486"/>
              </a:xfrm>
              <a:custGeom>
                <a:avLst/>
                <a:gdLst/>
                <a:ahLst/>
                <a:cxnLst/>
                <a:rect l="l" t="t" r="r" b="b"/>
                <a:pathLst>
                  <a:path w="2764431" h="3102486">
                    <a:moveTo>
                      <a:pt x="0" y="0"/>
                    </a:moveTo>
                    <a:lnTo>
                      <a:pt x="2764431" y="0"/>
                    </a:lnTo>
                    <a:lnTo>
                      <a:pt x="2764431" y="3102486"/>
                    </a:lnTo>
                    <a:lnTo>
                      <a:pt x="0" y="3102486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764431" cy="31405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9663341" y="3242286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3174534" y="0"/>
              <a:ext cx="21640800" cy="25182022"/>
              <a:chOff x="0" y="0"/>
              <a:chExt cx="6985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028700" y="1437146"/>
            <a:ext cx="16230600" cy="8117554"/>
            <a:chOff x="0" y="0"/>
            <a:chExt cx="21640800" cy="1082340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23875"/>
              <a:ext cx="21640800" cy="6619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0"/>
                </a:lnSpc>
              </a:pPr>
              <a:r>
                <a:rPr lang="en-US" sz="30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BEELDER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2880" y="4822021"/>
              <a:ext cx="10820400" cy="6001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Davi Takedi Souza Brunelli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João Pedro da Silva Germano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João Victor de Oliveira Rissi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Natan de Oliveira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Nicholas Luperi de Lima</a:t>
              </a:r>
            </a:p>
            <a:p>
              <a:pPr algn="r">
                <a:lnSpc>
                  <a:spcPts val="5879"/>
                </a:lnSpc>
              </a:pPr>
              <a:endParaRPr lang="en-US" sz="4199" spc="83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3546" y="4860121"/>
              <a:ext cx="10593716" cy="5141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9503"/>
                </a:lnSpc>
              </a:pPr>
              <a:r>
                <a:rPr lang="en-US" sz="8799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PLATAFORMA DE CRIAÇÃO DE CURRÍCULOS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82407" y="-2167528"/>
            <a:ext cx="24645506" cy="14622056"/>
            <a:chOff x="0" y="0"/>
            <a:chExt cx="32860675" cy="19496075"/>
          </a:xfrm>
        </p:grpSpPr>
        <p:grpSp>
          <p:nvGrpSpPr>
            <p:cNvPr id="3" name="Group 3"/>
            <p:cNvGrpSpPr/>
            <p:nvPr/>
          </p:nvGrpSpPr>
          <p:grpSpPr>
            <a:xfrm>
              <a:off x="13176794" y="13022605"/>
              <a:ext cx="6749518" cy="5057458"/>
              <a:chOff x="0" y="0"/>
              <a:chExt cx="1333238" cy="99900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333238" cy="999004"/>
              </a:xfrm>
              <a:custGeom>
                <a:avLst/>
                <a:gdLst/>
                <a:ahLst/>
                <a:cxnLst/>
                <a:rect l="l" t="t" r="r" b="b"/>
                <a:pathLst>
                  <a:path w="1333238" h="999004">
                    <a:moveTo>
                      <a:pt x="0" y="0"/>
                    </a:moveTo>
                    <a:lnTo>
                      <a:pt x="1333238" y="0"/>
                    </a:lnTo>
                    <a:lnTo>
                      <a:pt x="1333238" y="999004"/>
                    </a:lnTo>
                    <a:lnTo>
                      <a:pt x="0" y="999004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04775"/>
                <a:ext cx="1333238" cy="11037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0" y="1243766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356676" y="1580373"/>
              <a:ext cx="27088037" cy="11859989"/>
              <a:chOff x="0" y="0"/>
              <a:chExt cx="5350723" cy="23427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350723" cy="2342714"/>
              </a:xfrm>
              <a:custGeom>
                <a:avLst/>
                <a:gdLst/>
                <a:ahLst/>
                <a:cxnLst/>
                <a:rect l="l" t="t" r="r" b="b"/>
                <a:pathLst>
                  <a:path w="5350723" h="2342714">
                    <a:moveTo>
                      <a:pt x="0" y="0"/>
                    </a:moveTo>
                    <a:lnTo>
                      <a:pt x="5350723" y="0"/>
                    </a:lnTo>
                    <a:lnTo>
                      <a:pt x="5350723" y="2342714"/>
                    </a:lnTo>
                    <a:lnTo>
                      <a:pt x="0" y="234271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04775"/>
                <a:ext cx="5350723" cy="24474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9101876" y="0"/>
              <a:ext cx="13758799" cy="19496075"/>
              <a:chOff x="0" y="0"/>
              <a:chExt cx="2717787" cy="38510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717787" cy="3851077"/>
              </a:xfrm>
              <a:custGeom>
                <a:avLst/>
                <a:gdLst/>
                <a:ahLst/>
                <a:cxnLst/>
                <a:rect l="l" t="t" r="r" b="b"/>
                <a:pathLst>
                  <a:path w="2717787" h="3851077">
                    <a:moveTo>
                      <a:pt x="0" y="0"/>
                    </a:moveTo>
                    <a:lnTo>
                      <a:pt x="2717787" y="0"/>
                    </a:lnTo>
                    <a:lnTo>
                      <a:pt x="2717787" y="3851077"/>
                    </a:lnTo>
                    <a:lnTo>
                      <a:pt x="0" y="385107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04775"/>
                <a:ext cx="2717787" cy="39558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0" y="-266700"/>
            <a:ext cx="9400378" cy="245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840"/>
              </a:lnSpc>
            </a:pPr>
            <a:r>
              <a:rPr lang="en-US" sz="144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3375" y="1764410"/>
            <a:ext cx="8733628" cy="583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559"/>
              </a:lnSpc>
              <a:spcBef>
                <a:spcPct val="0"/>
              </a:spcBef>
            </a:pPr>
            <a:r>
              <a:rPr lang="en-US" sz="5399" b="1" spc="43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Jovens sem experiência têm dificuldade de entrar no mercado: falta de experiência, alta concorrência e insegurança.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737" y="-301796"/>
            <a:ext cx="10310854" cy="1071109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823940" y="-7375"/>
            <a:ext cx="6402447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Taxa de desemprego</a:t>
            </a:r>
          </a:p>
        </p:txBody>
      </p:sp>
      <p:sp>
        <p:nvSpPr>
          <p:cNvPr id="17" name="AutoShape 17"/>
          <p:cNvSpPr/>
          <p:nvPr/>
        </p:nvSpPr>
        <p:spPr>
          <a:xfrm flipH="1">
            <a:off x="3938189" y="9495972"/>
            <a:ext cx="762000" cy="0"/>
          </a:xfrm>
          <a:prstGeom prst="line">
            <a:avLst/>
          </a:prstGeom>
          <a:ln w="38100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TextBox 18"/>
          <p:cNvSpPr txBox="1"/>
          <p:nvPr/>
        </p:nvSpPr>
        <p:spPr>
          <a:xfrm>
            <a:off x="7927516" y="9688830"/>
            <a:ext cx="6402447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>
                <a:solidFill>
                  <a:srgbClr val="FF5757"/>
                </a:solidFill>
                <a:latin typeface="Cooper Hewitt Bold"/>
                <a:ea typeface="Cooper Hewitt Bold"/>
                <a:cs typeface="+mn-lt"/>
                <a:sym typeface="Cooper Hewitt Bold"/>
              </a:rPr>
              <a:t>30-59 </a:t>
            </a:r>
            <a:r>
              <a:rPr lang="en-US" sz="3600" b="1" err="1">
                <a:solidFill>
                  <a:srgbClr val="FF5757"/>
                </a:solidFill>
                <a:latin typeface="Cooper Hewitt Bold"/>
                <a:ea typeface="Cooper Hewitt Bold"/>
                <a:cs typeface="+mn-lt"/>
                <a:sym typeface="Cooper Hewitt Bold"/>
              </a:rPr>
              <a:t>anos</a:t>
            </a:r>
            <a:endParaRPr lang="pt-BR" b="1" err="1">
              <a:solidFill>
                <a:srgbClr val="FF5757"/>
              </a:solidFill>
              <a:latin typeface="Cooper Hewitt Bold"/>
              <a:ea typeface="Cooper Hewitt Bold"/>
              <a:cs typeface="+mn-l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128740" y="9688830"/>
            <a:ext cx="6402447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>
                <a:solidFill>
                  <a:srgbClr val="5170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18-29 </a:t>
            </a:r>
            <a:r>
              <a:rPr lang="en-US" sz="3600" b="1" err="1">
                <a:solidFill>
                  <a:srgbClr val="5170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anos</a:t>
            </a:r>
            <a:endParaRPr lang="pt-BR" err="1"/>
          </a:p>
        </p:txBody>
      </p:sp>
      <p:sp>
        <p:nvSpPr>
          <p:cNvPr id="20" name="TextBox 20"/>
          <p:cNvSpPr txBox="1"/>
          <p:nvPr/>
        </p:nvSpPr>
        <p:spPr>
          <a:xfrm>
            <a:off x="14025164" y="9688830"/>
            <a:ext cx="6402447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>
                <a:solidFill>
                  <a:srgbClr val="7ED957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Média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4025" y="0"/>
            <a:ext cx="7331825" cy="10287000"/>
          </a:xfrm>
          <a:custGeom>
            <a:avLst/>
            <a:gdLst/>
            <a:ahLst/>
            <a:cxnLst/>
            <a:rect l="l" t="t" r="r" b="b"/>
            <a:pathLst>
              <a:path w="7331825" h="10287000">
                <a:moveTo>
                  <a:pt x="0" y="0"/>
                </a:moveTo>
                <a:lnTo>
                  <a:pt x="7331825" y="0"/>
                </a:lnTo>
                <a:lnTo>
                  <a:pt x="73318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1790700" y="-1600200"/>
            <a:ext cx="10934700" cy="13487400"/>
            <a:chOff x="0" y="0"/>
            <a:chExt cx="2879921" cy="35522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9921" cy="3552237"/>
            </a:xfrm>
            <a:custGeom>
              <a:avLst/>
              <a:gdLst/>
              <a:ahLst/>
              <a:cxnLst/>
              <a:rect l="l" t="t" r="r" b="b"/>
              <a:pathLst>
                <a:path w="2879921" h="3552237">
                  <a:moveTo>
                    <a:pt x="0" y="0"/>
                  </a:moveTo>
                  <a:lnTo>
                    <a:pt x="2879921" y="0"/>
                  </a:lnTo>
                  <a:lnTo>
                    <a:pt x="2879921" y="3552237"/>
                  </a:lnTo>
                  <a:lnTo>
                    <a:pt x="0" y="35522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879921" cy="3657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5186" y="122872"/>
            <a:ext cx="8733628" cy="411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519"/>
              </a:lnSpc>
            </a:pPr>
            <a:r>
              <a:rPr lang="en-US" sz="13199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OBJETIVOS GERAIS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186" y="3892867"/>
            <a:ext cx="8733628" cy="600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239"/>
              </a:lnSpc>
              <a:spcBef>
                <a:spcPct val="0"/>
              </a:spcBef>
            </a:pPr>
            <a:r>
              <a:rPr lang="en-US" sz="6599" spc="527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Desenv</a:t>
            </a:r>
            <a:r>
              <a:rPr lang="en-US" sz="6599" b="1" spc="527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olver um site que ajude jovens sem experiência a conseguir o primeiro emprego.</a:t>
            </a:r>
          </a:p>
        </p:txBody>
      </p:sp>
      <p:sp>
        <p:nvSpPr>
          <p:cNvPr id="8" name="Freeform 8"/>
          <p:cNvSpPr/>
          <p:nvPr/>
        </p:nvSpPr>
        <p:spPr>
          <a:xfrm>
            <a:off x="14769167" y="-1144954"/>
            <a:ext cx="12929533" cy="12576909"/>
          </a:xfrm>
          <a:custGeom>
            <a:avLst/>
            <a:gdLst/>
            <a:ahLst/>
            <a:cxnLst/>
            <a:rect l="l" t="t" r="r" b="b"/>
            <a:pathLst>
              <a:path w="12929533" h="12576909">
                <a:moveTo>
                  <a:pt x="0" y="0"/>
                </a:moveTo>
                <a:lnTo>
                  <a:pt x="12929533" y="0"/>
                </a:lnTo>
                <a:lnTo>
                  <a:pt x="12929533" y="12576908"/>
                </a:lnTo>
                <a:lnTo>
                  <a:pt x="0" y="1257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26495" y="60991"/>
            <a:ext cx="7331825" cy="10287000"/>
          </a:xfrm>
          <a:custGeom>
            <a:avLst/>
            <a:gdLst/>
            <a:ahLst/>
            <a:cxnLst/>
            <a:rect l="l" t="t" r="r" b="b"/>
            <a:pathLst>
              <a:path w="7331825" h="10287000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72217" y="-1083964"/>
            <a:ext cx="12929533" cy="12576909"/>
          </a:xfrm>
          <a:custGeom>
            <a:avLst/>
            <a:gdLst/>
            <a:ahLst/>
            <a:cxnLst/>
            <a:rect l="l" t="t" r="r" b="b"/>
            <a:pathLst>
              <a:path w="12929533" h="12576909">
                <a:moveTo>
                  <a:pt x="0" y="0"/>
                </a:moveTo>
                <a:lnTo>
                  <a:pt x="12929533" y="0"/>
                </a:lnTo>
                <a:lnTo>
                  <a:pt x="12929533" y="12576909"/>
                </a:lnTo>
                <a:lnTo>
                  <a:pt x="0" y="12576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191500" y="-1600200"/>
            <a:ext cx="10629900" cy="13487400"/>
            <a:chOff x="0" y="0"/>
            <a:chExt cx="2799644" cy="35522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9644" cy="3552237"/>
            </a:xfrm>
            <a:custGeom>
              <a:avLst/>
              <a:gdLst/>
              <a:ahLst/>
              <a:cxnLst/>
              <a:rect l="l" t="t" r="r" b="b"/>
              <a:pathLst>
                <a:path w="2799644" h="3552237">
                  <a:moveTo>
                    <a:pt x="0" y="0"/>
                  </a:moveTo>
                  <a:lnTo>
                    <a:pt x="2799644" y="0"/>
                  </a:lnTo>
                  <a:lnTo>
                    <a:pt x="2799644" y="3552237"/>
                  </a:lnTo>
                  <a:lnTo>
                    <a:pt x="0" y="35522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799644" cy="3657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0" y="-2610"/>
            <a:ext cx="8115300" cy="321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40"/>
              </a:lnSpc>
            </a:pPr>
            <a:r>
              <a:rPr lang="en-US" sz="10400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OBJETIVOS ESPECÍFICOS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6460" y="2808605"/>
            <a:ext cx="6093080" cy="175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579"/>
              </a:lnSpc>
            </a:pPr>
            <a:r>
              <a:rPr lang="en-US" sz="4699" b="1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Modelos de currículo editáveis e fáceis.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7351712"/>
            <a:ext cx="6093080" cy="258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579"/>
              </a:lnSpc>
            </a:pPr>
            <a:r>
              <a:rPr lang="en-US" sz="4699" b="1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Sugestões de cursos gratuitos para aprender novas habilidades.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6460" y="5080159"/>
            <a:ext cx="6093080" cy="175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579"/>
              </a:lnSpc>
            </a:pPr>
            <a:r>
              <a:rPr lang="en-US" sz="4699" b="1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Dicas práticas para entrevistas.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937152" y="3027680"/>
            <a:ext cx="1319212" cy="1535084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40088" y="5428047"/>
            <a:ext cx="1319212" cy="1535084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940087" y="7828413"/>
            <a:ext cx="1319212" cy="1535084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6589911" y="3869670"/>
            <a:ext cx="2397" cy="4752108"/>
          </a:xfrm>
          <a:prstGeom prst="line">
            <a:avLst/>
          </a:prstGeom>
          <a:ln w="9525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3813" y="3095908"/>
            <a:ext cx="4762500" cy="694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939"/>
              </a:lnSpc>
            </a:pPr>
            <a:r>
              <a:rPr lang="en-US" sz="5399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Aumentar a empregabilidade de jovens sem experiência, tornando-os mais competitivos em processos seletivos.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8075" y="3095908"/>
            <a:ext cx="4762500" cy="694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939"/>
              </a:lnSpc>
              <a:spcBef>
                <a:spcPct val="0"/>
              </a:spcBef>
            </a:pPr>
            <a:r>
              <a:rPr lang="en-US" sz="5399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Reduzir desigualdades de acesso ao mercado por meio de recursos gratuitos (modelos, dicas e cursos).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41687" y="3095908"/>
            <a:ext cx="4762500" cy="61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939"/>
              </a:lnSpc>
              <a:spcBef>
                <a:spcPct val="0"/>
              </a:spcBef>
            </a:pPr>
            <a:r>
              <a:rPr lang="en-US" sz="5399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Fortalecer a autoconfiança e preparo profissional, elevando a taxa de sucesso em primeiras contratações.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3269" y="0"/>
            <a:ext cx="12501461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19"/>
              </a:lnSpc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JUSTIFICATIVA</a:t>
            </a:r>
          </a:p>
        </p:txBody>
      </p:sp>
      <p:sp>
        <p:nvSpPr>
          <p:cNvPr id="6" name="AutoShape 6"/>
          <p:cNvSpPr/>
          <p:nvPr/>
        </p:nvSpPr>
        <p:spPr>
          <a:xfrm>
            <a:off x="4584591" y="2024182"/>
            <a:ext cx="9799539" cy="0"/>
          </a:xfrm>
          <a:prstGeom prst="line">
            <a:avLst/>
          </a:prstGeom>
          <a:ln w="9525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3265063" y="1256457"/>
            <a:ext cx="1319528" cy="1535451"/>
            <a:chOff x="0" y="0"/>
            <a:chExt cx="6985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84236" y="1256457"/>
            <a:ext cx="1319528" cy="1535451"/>
            <a:chOff x="0" y="0"/>
            <a:chExt cx="6985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03409" y="1256457"/>
            <a:ext cx="1319528" cy="1535451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99410" y="2676778"/>
            <a:ext cx="19582524" cy="1963125"/>
            <a:chOff x="0" y="0"/>
            <a:chExt cx="26110032" cy="2617500"/>
          </a:xfrm>
        </p:grpSpPr>
        <p:sp>
          <p:nvSpPr>
            <p:cNvPr id="3" name="AutoShape 3"/>
            <p:cNvSpPr/>
            <p:nvPr/>
          </p:nvSpPr>
          <p:spPr>
            <a:xfrm>
              <a:off x="2223512" y="1295020"/>
              <a:ext cx="23886428" cy="28800"/>
            </a:xfrm>
            <a:prstGeom prst="line">
              <a:avLst/>
            </a:prstGeom>
            <a:ln w="15240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3512" cy="2587360"/>
              <a:chOff x="0" y="0"/>
              <a:chExt cx="6985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347045" y="30140"/>
              <a:ext cx="2223512" cy="2587360"/>
              <a:chOff x="0" y="0"/>
              <a:chExt cx="6985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566436" y="778500"/>
              <a:ext cx="1090640" cy="1090640"/>
            </a:xfrm>
            <a:custGeom>
              <a:avLst/>
              <a:gdLst/>
              <a:ahLst/>
              <a:cxnLst/>
              <a:rect l="l" t="t" r="r" b="b"/>
              <a:pathLst>
                <a:path w="1090640" h="1090640">
                  <a:moveTo>
                    <a:pt x="0" y="0"/>
                  </a:moveTo>
                  <a:lnTo>
                    <a:pt x="1090640" y="0"/>
                  </a:lnTo>
                  <a:lnTo>
                    <a:pt x="1090640" y="1090640"/>
                  </a:lnTo>
                  <a:lnTo>
                    <a:pt x="0" y="109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2913481" y="748360"/>
              <a:ext cx="1090640" cy="1090640"/>
            </a:xfrm>
            <a:custGeom>
              <a:avLst/>
              <a:gdLst/>
              <a:ahLst/>
              <a:cxnLst/>
              <a:rect l="l" t="t" r="r" b="b"/>
              <a:pathLst>
                <a:path w="1090640" h="1090640">
                  <a:moveTo>
                    <a:pt x="0" y="0"/>
                  </a:moveTo>
                  <a:lnTo>
                    <a:pt x="1090640" y="0"/>
                  </a:lnTo>
                  <a:lnTo>
                    <a:pt x="1090640" y="1090640"/>
                  </a:lnTo>
                  <a:lnTo>
                    <a:pt x="0" y="109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386434" y="0"/>
            <a:ext cx="9515132" cy="163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68"/>
              </a:lnSpc>
              <a:spcBef>
                <a:spcPct val="0"/>
              </a:spcBef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METODOLOGIA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819650"/>
            <a:ext cx="6667500" cy="502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Levantamento de dificuldades dos jovens e revisão bibliográfica.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519" y="1070229"/>
            <a:ext cx="7620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PESQUISA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9053" y="4819650"/>
            <a:ext cx="6667500" cy="502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Definição dos requisitos e organização da equipe.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12803" y="1070229"/>
            <a:ext cx="7620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PLANEJAMENTO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389390" y="3625438"/>
            <a:ext cx="17914821" cy="21600"/>
          </a:xfrm>
          <a:prstGeom prst="line">
            <a:avLst/>
          </a:prstGeom>
          <a:ln w="1143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2491746" y="2676778"/>
            <a:ext cx="1667634" cy="1940520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3299410" y="2691088"/>
            <a:ext cx="1667634" cy="1940520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643275" y="3182120"/>
            <a:ext cx="979905" cy="979905"/>
          </a:xfrm>
          <a:custGeom>
            <a:avLst/>
            <a:gdLst/>
            <a:ahLst/>
            <a:cxnLst/>
            <a:rect l="l" t="t" r="r" b="b"/>
            <a:pathLst>
              <a:path w="979905" h="979905">
                <a:moveTo>
                  <a:pt x="0" y="0"/>
                </a:moveTo>
                <a:lnTo>
                  <a:pt x="979905" y="0"/>
                </a:lnTo>
                <a:lnTo>
                  <a:pt x="979905" y="979905"/>
                </a:lnTo>
                <a:lnTo>
                  <a:pt x="0" y="979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863217" y="3184693"/>
            <a:ext cx="924691" cy="924691"/>
          </a:xfrm>
          <a:custGeom>
            <a:avLst/>
            <a:gdLst/>
            <a:ahLst/>
            <a:cxnLst/>
            <a:rect l="l" t="t" r="r" b="b"/>
            <a:pathLst>
              <a:path w="924691" h="924691">
                <a:moveTo>
                  <a:pt x="0" y="0"/>
                </a:moveTo>
                <a:lnTo>
                  <a:pt x="924691" y="0"/>
                </a:lnTo>
                <a:lnTo>
                  <a:pt x="924691" y="924691"/>
                </a:lnTo>
                <a:lnTo>
                  <a:pt x="0" y="924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81500" y="0"/>
            <a:ext cx="9525000" cy="163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68"/>
              </a:lnSpc>
              <a:spcBef>
                <a:spcPct val="0"/>
              </a:spcBef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METODOLOGIA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4787" y="1070229"/>
            <a:ext cx="9525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DESENVOLVIMENTO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63000" y="1070229"/>
            <a:ext cx="9525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DEPURAÇÃO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9053" y="4845898"/>
            <a:ext cx="6343858" cy="32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20"/>
              </a:lnSpc>
            </a:pPr>
            <a:r>
              <a:rPr lang="en-US" sz="5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Validação com usuários reais e correções finais.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860208"/>
            <a:ext cx="6343650" cy="424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Implementação das funcionalidades principais do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2712" y="1457325"/>
            <a:ext cx="17862576" cy="3144799"/>
            <a:chOff x="0" y="0"/>
            <a:chExt cx="23816769" cy="4193065"/>
          </a:xfrm>
        </p:grpSpPr>
        <p:grpSp>
          <p:nvGrpSpPr>
            <p:cNvPr id="3" name="Group 3"/>
            <p:cNvGrpSpPr/>
            <p:nvPr/>
          </p:nvGrpSpPr>
          <p:grpSpPr>
            <a:xfrm>
              <a:off x="16451387" y="0"/>
              <a:ext cx="3603416" cy="4193065"/>
              <a:chOff x="0" y="0"/>
              <a:chExt cx="6985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7172070" y="1011839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20213353" y="0"/>
              <a:ext cx="3603416" cy="4193065"/>
              <a:chOff x="0" y="0"/>
              <a:chExt cx="6985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0934036" y="1024122"/>
              <a:ext cx="2162049" cy="2144822"/>
            </a:xfrm>
            <a:custGeom>
              <a:avLst/>
              <a:gdLst/>
              <a:ahLst/>
              <a:cxnLst/>
              <a:rect l="l" t="t" r="r" b="b"/>
              <a:pathLst>
                <a:path w="2162049" h="2144822">
                  <a:moveTo>
                    <a:pt x="0" y="0"/>
                  </a:moveTo>
                  <a:lnTo>
                    <a:pt x="2162049" y="0"/>
                  </a:lnTo>
                  <a:lnTo>
                    <a:pt x="2162049" y="2144822"/>
                  </a:lnTo>
                  <a:lnTo>
                    <a:pt x="0" y="214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689421" y="0"/>
              <a:ext cx="3603416" cy="4193065"/>
              <a:chOff x="0" y="0"/>
              <a:chExt cx="6985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3049763" y="532650"/>
              <a:ext cx="2882732" cy="2882732"/>
            </a:xfrm>
            <a:custGeom>
              <a:avLst/>
              <a:gdLst/>
              <a:ahLst/>
              <a:cxnLst/>
              <a:rect l="l" t="t" r="r" b="b"/>
              <a:pathLst>
                <a:path w="2882732" h="2882732">
                  <a:moveTo>
                    <a:pt x="0" y="0"/>
                  </a:moveTo>
                  <a:lnTo>
                    <a:pt x="2882732" y="0"/>
                  </a:lnTo>
                  <a:lnTo>
                    <a:pt x="2882732" y="2882733"/>
                  </a:lnTo>
                  <a:lnTo>
                    <a:pt x="0" y="288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8925654" y="0"/>
              <a:ext cx="3603416" cy="4193065"/>
              <a:chOff x="0" y="0"/>
              <a:chExt cx="6985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9285995" y="576718"/>
              <a:ext cx="2882732" cy="2882732"/>
            </a:xfrm>
            <a:custGeom>
              <a:avLst/>
              <a:gdLst/>
              <a:ahLst/>
              <a:cxnLst/>
              <a:rect l="l" t="t" r="r" b="b"/>
              <a:pathLst>
                <a:path w="2882732" h="2882732">
                  <a:moveTo>
                    <a:pt x="0" y="0"/>
                  </a:moveTo>
                  <a:lnTo>
                    <a:pt x="2882733" y="0"/>
                  </a:lnTo>
                  <a:lnTo>
                    <a:pt x="2882733" y="2882733"/>
                  </a:lnTo>
                  <a:lnTo>
                    <a:pt x="0" y="288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AutoShape 19"/>
            <p:cNvSpPr/>
            <p:nvPr/>
          </p:nvSpPr>
          <p:spPr>
            <a:xfrm>
              <a:off x="4210291" y="2096533"/>
              <a:ext cx="4715363" cy="0"/>
            </a:xfrm>
            <a:prstGeom prst="line">
              <a:avLst/>
            </a:prstGeom>
            <a:ln w="172964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482836"/>
              <a:ext cx="7206831" cy="922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4050" b="1" err="1">
                  <a:solidFill>
                    <a:srgbClr val="000000"/>
                  </a:solidFill>
                  <a:highlight>
                    <a:srgbClr val="FFDF62"/>
                  </a:highlight>
                  <a:latin typeface="Cooper Hewitt Bold"/>
                  <a:ea typeface="Cooper Hewitt Bold"/>
                  <a:cs typeface="Cooper Hewitt Bold"/>
                  <a:sym typeface="Cooper Hewitt Bold"/>
                </a:rPr>
                <a:t>Desenvolvimento</a:t>
              </a:r>
              <a:endParaRPr lang="en-US" sz="4050" b="1">
                <a:solidFill>
                  <a:srgbClr val="000000"/>
                </a:solidFill>
                <a:highlight>
                  <a:srgbClr val="FFDF62"/>
                </a:highlight>
                <a:latin typeface="Cooper Hewitt Bold"/>
                <a:ea typeface="Cooper Hewitt Bold"/>
                <a:cs typeface="Cooper Hewitt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2712" y="3939590"/>
            <a:ext cx="13629689" cy="3144799"/>
            <a:chOff x="0" y="0"/>
            <a:chExt cx="18172919" cy="4193065"/>
          </a:xfrm>
        </p:grpSpPr>
        <p:grpSp>
          <p:nvGrpSpPr>
            <p:cNvPr id="22" name="Group 22"/>
            <p:cNvGrpSpPr/>
            <p:nvPr/>
          </p:nvGrpSpPr>
          <p:grpSpPr>
            <a:xfrm>
              <a:off x="10820364" y="0"/>
              <a:ext cx="3603416" cy="4193065"/>
              <a:chOff x="0" y="0"/>
              <a:chExt cx="6985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1541047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4569503" y="0"/>
              <a:ext cx="3603416" cy="4193065"/>
              <a:chOff x="0" y="0"/>
              <a:chExt cx="6985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5290186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0" name="AutoShape 30"/>
            <p:cNvSpPr/>
            <p:nvPr/>
          </p:nvSpPr>
          <p:spPr>
            <a:xfrm>
              <a:off x="4210291" y="2096533"/>
              <a:ext cx="6610073" cy="0"/>
            </a:xfrm>
            <a:prstGeom prst="line">
              <a:avLst/>
            </a:prstGeom>
            <a:ln w="172964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490815"/>
              <a:ext cx="7206831" cy="922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4050" b="1" err="1">
                  <a:solidFill>
                    <a:srgbClr val="000000"/>
                  </a:solidFill>
                  <a:highlight>
                    <a:srgbClr val="FFDF62"/>
                  </a:highlight>
                  <a:latin typeface="Cooper Hewitt Bold"/>
                  <a:ea typeface="Cooper Hewitt Bold"/>
                  <a:cs typeface="Cooper Hewitt Bold"/>
                  <a:sym typeface="Cooper Hewitt Bold"/>
                </a:rPr>
                <a:t>Versionamento</a:t>
              </a:r>
              <a:endParaRPr lang="en-US" sz="4050" b="1" err="1">
                <a:solidFill>
                  <a:srgbClr val="000000"/>
                </a:solidFill>
                <a:highlight>
                  <a:srgbClr val="FFDF62"/>
                </a:highlight>
                <a:latin typeface="Cooper Hewitt Bold"/>
                <a:ea typeface="Cooper Hewitt Bold"/>
                <a:cs typeface="Cooper Hewitt Bold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2712" y="6433823"/>
            <a:ext cx="15041102" cy="3144799"/>
            <a:chOff x="0" y="0"/>
            <a:chExt cx="20054803" cy="4193065"/>
          </a:xfrm>
        </p:grpSpPr>
        <p:grpSp>
          <p:nvGrpSpPr>
            <p:cNvPr id="33" name="Group 33"/>
            <p:cNvGrpSpPr/>
            <p:nvPr/>
          </p:nvGrpSpPr>
          <p:grpSpPr>
            <a:xfrm>
              <a:off x="12689421" y="0"/>
              <a:ext cx="3603416" cy="4193065"/>
              <a:chOff x="0" y="0"/>
              <a:chExt cx="6985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13344697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6451387" y="0"/>
              <a:ext cx="3603416" cy="4193065"/>
              <a:chOff x="0" y="0"/>
              <a:chExt cx="6985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7172070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925654" y="0"/>
              <a:ext cx="3603416" cy="4193065"/>
              <a:chOff x="0" y="0"/>
              <a:chExt cx="6985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9285995" y="655166"/>
              <a:ext cx="2882732" cy="2882732"/>
            </a:xfrm>
            <a:custGeom>
              <a:avLst/>
              <a:gdLst/>
              <a:ahLst/>
              <a:cxnLst/>
              <a:rect l="l" t="t" r="r" b="b"/>
              <a:pathLst>
                <a:path w="2882732" h="2882732">
                  <a:moveTo>
                    <a:pt x="0" y="0"/>
                  </a:moveTo>
                  <a:lnTo>
                    <a:pt x="2882733" y="0"/>
                  </a:lnTo>
                  <a:lnTo>
                    <a:pt x="2882733" y="2882733"/>
                  </a:lnTo>
                  <a:lnTo>
                    <a:pt x="0" y="288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AutoShape 45"/>
            <p:cNvSpPr/>
            <p:nvPr/>
          </p:nvSpPr>
          <p:spPr>
            <a:xfrm flipV="1">
              <a:off x="4210291" y="2096533"/>
              <a:ext cx="4715363" cy="0"/>
            </a:xfrm>
            <a:prstGeom prst="line">
              <a:avLst/>
            </a:prstGeom>
            <a:ln w="172964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1482836"/>
              <a:ext cx="7206831" cy="922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4050" b="1">
                  <a:solidFill>
                    <a:srgbClr val="000000"/>
                  </a:solidFill>
                  <a:highlight>
                    <a:srgbClr val="FFDF62"/>
                  </a:highlight>
                  <a:latin typeface="Cooper Hewitt Bold"/>
                  <a:ea typeface="Cooper Hewitt Bold"/>
                  <a:cs typeface="Cooper Hewitt Bold"/>
                  <a:sym typeface="Cooper Hewitt Bold"/>
                </a:rPr>
                <a:t>Outros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893269" y="-3914"/>
            <a:ext cx="12501461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19"/>
              </a:lnSpc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TECNOLOGIAS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95375"/>
            <a:ext cx="18288000" cy="9191625"/>
          </a:xfrm>
          <a:custGeom>
            <a:avLst/>
            <a:gdLst/>
            <a:ahLst/>
            <a:cxnLst/>
            <a:rect l="l" t="t" r="r" b="b"/>
            <a:pathLst>
              <a:path w="18288000" h="9191625">
                <a:moveTo>
                  <a:pt x="0" y="0"/>
                </a:moveTo>
                <a:lnTo>
                  <a:pt x="18288000" y="0"/>
                </a:lnTo>
                <a:lnTo>
                  <a:pt x="18288000" y="9191625"/>
                </a:lnTo>
                <a:lnTo>
                  <a:pt x="0" y="919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16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3269" y="3523"/>
            <a:ext cx="1250146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</a:pPr>
            <a:r>
              <a:rPr lang="en-US" sz="7200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DIAGRAMA DE CASO DE USO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95375"/>
            <a:ext cx="18288000" cy="9191625"/>
          </a:xfrm>
          <a:custGeom>
            <a:avLst/>
            <a:gdLst/>
            <a:ahLst/>
            <a:cxnLst/>
            <a:rect l="l" t="t" r="r" b="b"/>
            <a:pathLst>
              <a:path w="18288000" h="9191625">
                <a:moveTo>
                  <a:pt x="0" y="0"/>
                </a:moveTo>
                <a:lnTo>
                  <a:pt x="18288000" y="0"/>
                </a:lnTo>
                <a:lnTo>
                  <a:pt x="18288000" y="9191625"/>
                </a:lnTo>
                <a:lnTo>
                  <a:pt x="0" y="919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6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3269" y="3523"/>
            <a:ext cx="1250146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</a:pPr>
            <a:r>
              <a:rPr lang="en-US" sz="7200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DIAGRAMA DE CASO DE USO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7700" y="-7786033"/>
            <a:ext cx="24623401" cy="12929533"/>
            <a:chOff x="0" y="0"/>
            <a:chExt cx="32831201" cy="17239377"/>
          </a:xfrm>
        </p:grpSpPr>
        <p:sp>
          <p:nvSpPr>
            <p:cNvPr id="3" name="Freeform 3"/>
            <p:cNvSpPr/>
            <p:nvPr/>
          </p:nvSpPr>
          <p:spPr>
            <a:xfrm rot="-5400000">
              <a:off x="-235082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6" y="0"/>
                  </a:lnTo>
                  <a:lnTo>
                    <a:pt x="17239376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15826906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893269" y="-2949879"/>
            <a:ext cx="12501461" cy="15780790"/>
            <a:chOff x="0" y="0"/>
            <a:chExt cx="3292566" cy="415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2566" cy="4156257"/>
            </a:xfrm>
            <a:custGeom>
              <a:avLst/>
              <a:gdLst/>
              <a:ahLst/>
              <a:cxnLst/>
              <a:rect l="l" t="t" r="r" b="b"/>
              <a:pathLst>
                <a:path w="3292566" h="4156257">
                  <a:moveTo>
                    <a:pt x="0" y="0"/>
                  </a:moveTo>
                  <a:lnTo>
                    <a:pt x="3292566" y="0"/>
                  </a:lnTo>
                  <a:lnTo>
                    <a:pt x="3292566" y="4156257"/>
                  </a:lnTo>
                  <a:lnTo>
                    <a:pt x="0" y="41562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292566" cy="4261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3269" y="6556"/>
            <a:ext cx="12501461" cy="10280444"/>
            <a:chOff x="0" y="8741"/>
            <a:chExt cx="16668615" cy="13707259"/>
          </a:xfrm>
        </p:grpSpPr>
        <p:sp>
          <p:nvSpPr>
            <p:cNvPr id="9" name="Freeform 9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654" t="-4715" r="-34224" b="-1191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8741"/>
              <a:ext cx="16668615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DESIGN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7700" y="-7786033"/>
            <a:ext cx="24623401" cy="12929533"/>
            <a:chOff x="0" y="0"/>
            <a:chExt cx="32831201" cy="17239377"/>
          </a:xfrm>
        </p:grpSpPr>
        <p:sp>
          <p:nvSpPr>
            <p:cNvPr id="3" name="Freeform 3"/>
            <p:cNvSpPr/>
            <p:nvPr/>
          </p:nvSpPr>
          <p:spPr>
            <a:xfrm rot="-5400000">
              <a:off x="-235082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6" y="0"/>
                  </a:lnTo>
                  <a:lnTo>
                    <a:pt x="17239376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15826906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893269" y="-2900819"/>
            <a:ext cx="12501461" cy="15780790"/>
            <a:chOff x="0" y="0"/>
            <a:chExt cx="3292566" cy="415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2566" cy="4156257"/>
            </a:xfrm>
            <a:custGeom>
              <a:avLst/>
              <a:gdLst/>
              <a:ahLst/>
              <a:cxnLst/>
              <a:rect l="l" t="t" r="r" b="b"/>
              <a:pathLst>
                <a:path w="3292566" h="4156257">
                  <a:moveTo>
                    <a:pt x="0" y="0"/>
                  </a:moveTo>
                  <a:lnTo>
                    <a:pt x="3292566" y="0"/>
                  </a:lnTo>
                  <a:lnTo>
                    <a:pt x="3292566" y="4156257"/>
                  </a:lnTo>
                  <a:lnTo>
                    <a:pt x="0" y="41562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292566" cy="4261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3269" y="6556"/>
            <a:ext cx="12501461" cy="10280444"/>
            <a:chOff x="0" y="8741"/>
            <a:chExt cx="16668615" cy="13707259"/>
          </a:xfrm>
        </p:grpSpPr>
        <p:sp>
          <p:nvSpPr>
            <p:cNvPr id="9" name="Freeform 9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428" t="-849" r="-31831" b="-13239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8741"/>
              <a:ext cx="16668615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DESIGN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7700" y="-7786033"/>
            <a:ext cx="24623401" cy="12929533"/>
            <a:chOff x="0" y="0"/>
            <a:chExt cx="32831201" cy="17239377"/>
          </a:xfrm>
        </p:grpSpPr>
        <p:sp>
          <p:nvSpPr>
            <p:cNvPr id="3" name="Freeform 3"/>
            <p:cNvSpPr/>
            <p:nvPr/>
          </p:nvSpPr>
          <p:spPr>
            <a:xfrm rot="-5400000">
              <a:off x="-235082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6" y="0"/>
                  </a:lnTo>
                  <a:lnTo>
                    <a:pt x="17239376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15826906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893269" y="-2853847"/>
            <a:ext cx="12501461" cy="15780790"/>
            <a:chOff x="0" y="0"/>
            <a:chExt cx="3292566" cy="415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2566" cy="4156257"/>
            </a:xfrm>
            <a:custGeom>
              <a:avLst/>
              <a:gdLst/>
              <a:ahLst/>
              <a:cxnLst/>
              <a:rect l="l" t="t" r="r" b="b"/>
              <a:pathLst>
                <a:path w="3292566" h="4156257">
                  <a:moveTo>
                    <a:pt x="0" y="0"/>
                  </a:moveTo>
                  <a:lnTo>
                    <a:pt x="3292566" y="0"/>
                  </a:lnTo>
                  <a:lnTo>
                    <a:pt x="3292566" y="4156257"/>
                  </a:lnTo>
                  <a:lnTo>
                    <a:pt x="0" y="41562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292566" cy="4261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3269" y="6556"/>
            <a:ext cx="12501461" cy="10280444"/>
            <a:chOff x="0" y="8741"/>
            <a:chExt cx="16668615" cy="13707259"/>
          </a:xfrm>
        </p:grpSpPr>
        <p:sp>
          <p:nvSpPr>
            <p:cNvPr id="9" name="Freeform 9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176" t="-5658" r="-31948" b="-83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8741"/>
              <a:ext cx="16668615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DESIGN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3269" y="7143"/>
            <a:ext cx="12501461" cy="10279857"/>
            <a:chOff x="0" y="9524"/>
            <a:chExt cx="16668615" cy="13706476"/>
          </a:xfrm>
        </p:grpSpPr>
        <p:sp>
          <p:nvSpPr>
            <p:cNvPr id="3" name="Freeform 3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22222" b="-5624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4"/>
              <a:ext cx="16668615" cy="1470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SOFTWARE BASE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3269" y="7143"/>
            <a:ext cx="12501461" cy="10279857"/>
            <a:chOff x="0" y="9524"/>
            <a:chExt cx="16668615" cy="13706476"/>
          </a:xfrm>
        </p:grpSpPr>
        <p:sp>
          <p:nvSpPr>
            <p:cNvPr id="3" name="Freeform 3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8981" b="-1178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4"/>
              <a:ext cx="16668615" cy="1470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SOFTWARE BASE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556"/>
            <a:ext cx="18288000" cy="8404019"/>
            <a:chOff x="0" y="8741"/>
            <a:chExt cx="24384000" cy="11205359"/>
          </a:xfrm>
        </p:grpSpPr>
        <p:sp>
          <p:nvSpPr>
            <p:cNvPr id="3" name="Freeform 3"/>
            <p:cNvSpPr/>
            <p:nvPr/>
          </p:nvSpPr>
          <p:spPr>
            <a:xfrm>
              <a:off x="12192000" y="1460500"/>
              <a:ext cx="12192000" cy="9753600"/>
            </a:xfrm>
            <a:custGeom>
              <a:avLst/>
              <a:gdLst/>
              <a:ahLst/>
              <a:cxnLst/>
              <a:rect l="l" t="t" r="r" b="b"/>
              <a:pathLst>
                <a:path w="12192000" h="97536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89160" b="-24394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460500"/>
              <a:ext cx="12192000" cy="9753600"/>
            </a:xfrm>
            <a:custGeom>
              <a:avLst/>
              <a:gdLst/>
              <a:ahLst/>
              <a:cxnLst/>
              <a:rect l="l" t="t" r="r" b="b"/>
              <a:pathLst>
                <a:path w="12192000" h="97536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87894" b="-24305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857693" y="8741"/>
              <a:ext cx="16668615" cy="2940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SOFTWARE BASE</a:t>
              </a:r>
            </a:p>
            <a:p>
              <a:pPr lvl="0" algn="ctr">
                <a:lnSpc>
                  <a:spcPts val="8640"/>
                </a:lnSpc>
              </a:pPr>
              <a:endParaRPr lang="en-US" sz="7200" b="1" dirty="0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6863" y="-606659"/>
            <a:ext cx="20604286" cy="11810677"/>
            <a:chOff x="0" y="0"/>
            <a:chExt cx="4791768" cy="27467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1768" cy="2746711"/>
            </a:xfrm>
            <a:custGeom>
              <a:avLst/>
              <a:gdLst/>
              <a:ahLst/>
              <a:cxnLst/>
              <a:rect l="l" t="t" r="r" b="b"/>
              <a:pathLst>
                <a:path w="4791768" h="2746711">
                  <a:moveTo>
                    <a:pt x="0" y="0"/>
                  </a:moveTo>
                  <a:lnTo>
                    <a:pt x="4791768" y="0"/>
                  </a:lnTo>
                  <a:lnTo>
                    <a:pt x="4791768" y="2746711"/>
                  </a:lnTo>
                  <a:lnTo>
                    <a:pt x="0" y="274671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 rot="1972526" flipH="1">
            <a:off x="-3648710" y="-2995396"/>
            <a:ext cx="10434715" cy="17837120"/>
          </a:xfrm>
          <a:custGeom>
            <a:avLst/>
            <a:gdLst/>
            <a:ahLst/>
            <a:cxnLst/>
            <a:rect l="l" t="t" r="r" b="b"/>
            <a:pathLst>
              <a:path w="10434715" h="17837120">
                <a:moveTo>
                  <a:pt x="10434715" y="0"/>
                </a:moveTo>
                <a:lnTo>
                  <a:pt x="0" y="0"/>
                </a:lnTo>
                <a:lnTo>
                  <a:pt x="0" y="17837120"/>
                </a:lnTo>
                <a:lnTo>
                  <a:pt x="10434715" y="17837120"/>
                </a:lnTo>
                <a:lnTo>
                  <a:pt x="104347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14837" y="414272"/>
            <a:ext cx="12719095" cy="2867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237"/>
              </a:lnSpc>
              <a:spcBef>
                <a:spcPct val="0"/>
              </a:spcBef>
            </a:pPr>
            <a:r>
              <a:rPr lang="en-US" sz="16598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32576" y="3557892"/>
            <a:ext cx="11294260" cy="5917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1726"/>
              </a:lnSpc>
            </a:pPr>
            <a:r>
              <a:rPr lang="en-US" sz="8200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Beelder é uma solução prática e acessível que resolve uma dor real do primeiro emprego.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08198" y="328612"/>
            <a:ext cx="8471604" cy="174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32"/>
              </a:lnSpc>
              <a:spcBef>
                <a:spcPct val="0"/>
              </a:spcBef>
            </a:pPr>
            <a:r>
              <a:rPr lang="en-US" sz="104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599741"/>
            <a:ext cx="18288000" cy="8314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9"/>
              </a:lnSpc>
            </a:pPr>
            <a:r>
              <a:rPr lang="en-US" sz="27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SACRISTÁN, José Gimeno (org.). Saberes e incertezas sobre o currículo [recurso eletrônico]. [S.l.: s.n.], 2013. Disponível em: https://konektacommerce.nyc3.cdn.digitaloceanspaces.com/TEXT_SAMPLE_CONTENT/saberes-e-incertezas-sobre-o-curriculo-78773-1.pdf. Acesso em: 29 set. 2025.</a:t>
            </a:r>
          </a:p>
          <a:p>
            <a:pPr algn="just">
              <a:lnSpc>
                <a:spcPts val="5049"/>
              </a:lnSpc>
            </a:pPr>
            <a:endParaRPr lang="en-US" sz="2700">
              <a:solidFill>
                <a:srgbClr val="FFFFFF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just">
              <a:lnSpc>
                <a:spcPts val="5049"/>
              </a:lnSpc>
            </a:pPr>
            <a:r>
              <a:rPr lang="en-US" sz="27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FEIJÓ, Janaína; PERUCHETTI, Paulo. Jovens no mercado de trabalho. Blog do IBRE. Fundação Getúlio Vargas, 2025. Disponível em: https://blogdoibre.fgv.br/posts/jovens-no-mercado-de-trabalho. Acesso em: 08 set. 2025.</a:t>
            </a:r>
          </a:p>
          <a:p>
            <a:pPr algn="just">
              <a:lnSpc>
                <a:spcPts val="5049"/>
              </a:lnSpc>
            </a:pPr>
            <a:endParaRPr lang="en-US" sz="2700">
              <a:solidFill>
                <a:srgbClr val="FFFFFF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just">
              <a:lnSpc>
                <a:spcPts val="5049"/>
              </a:lnSpc>
            </a:pPr>
            <a:r>
              <a:rPr lang="en-US" sz="2700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FLORENCE. Conheça a importância e os desafios dos jovens no mercado de trabalho. Blog do Centro Universitário Florence, 2025. Disponível em: https://www.florence.edu.br/blog/jovens-no-mercado-de-trabalho/. Acesso em: 08 set. 2025.</a:t>
            </a:r>
          </a:p>
          <a:p>
            <a:pPr algn="just">
              <a:lnSpc>
                <a:spcPts val="5049"/>
              </a:lnSpc>
            </a:pPr>
            <a:endParaRPr lang="en-US" sz="2700" u="none">
              <a:solidFill>
                <a:srgbClr val="FFFFFF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just">
              <a:lnSpc>
                <a:spcPts val="5049"/>
              </a:lnSpc>
            </a:pPr>
            <a:r>
              <a:rPr lang="en-US" sz="2700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ANTUNES, Ricardo. O privilégio da servidão: o novo proletariado de serviços na era digital [recurso eletrônico]. São Paulo: Boitempo, 2018. Disponível em: https://blogdaboitempo.com.br/wp-content/uploads/2022/05/privilegioservidao_antunes-1.pdf. Acesso em: 02 out. 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08198" y="300038"/>
            <a:ext cx="8471604" cy="174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32"/>
              </a:lnSpc>
              <a:spcBef>
                <a:spcPct val="0"/>
              </a:spcBef>
            </a:pPr>
            <a:r>
              <a:rPr lang="en-US" sz="104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463342"/>
            <a:ext cx="18288000" cy="8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1"/>
              </a:lnSpc>
            </a:pPr>
            <a:r>
              <a:rPr lang="en-US" sz="33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BRAGA, Adriana de Fátima; CRUZ, Maria da Conceição. Juventude e trabalho: desafios da inserção no mercado de trabalho. Revista Brasileira de Orientação Profissional, v. 20, n. 1, 2019. Disponível em: https://www.scielo.br/j/rbop. Acesso em: 01 out. 2025.</a:t>
            </a:r>
          </a:p>
          <a:p>
            <a:pPr algn="just">
              <a:lnSpc>
                <a:spcPts val="6171"/>
              </a:lnSpc>
            </a:pPr>
            <a:endParaRPr lang="en-US" sz="3300">
              <a:solidFill>
                <a:srgbClr val="FFFFFF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just">
              <a:lnSpc>
                <a:spcPts val="6171"/>
              </a:lnSpc>
            </a:pPr>
            <a:r>
              <a:rPr lang="en-US" sz="33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OLIVEIRA, Fábio de; SILVA, Carla. Empregabilidade e competências no mercado de trabalho atual. Revista Gestão &amp; Tecnologia, v. 18, n. 2, 2018. Disponível em: https://revistagt.fpl.edu.br. Acesso em: 01 out. 2025.</a:t>
            </a:r>
          </a:p>
          <a:p>
            <a:pPr algn="just">
              <a:lnSpc>
                <a:spcPts val="6171"/>
              </a:lnSpc>
            </a:pPr>
            <a:endParaRPr lang="en-US" sz="3300">
              <a:solidFill>
                <a:srgbClr val="FFFFFF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just">
              <a:lnSpc>
                <a:spcPts val="6171"/>
              </a:lnSpc>
            </a:pPr>
            <a:r>
              <a:rPr lang="en-US" sz="33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SILVA, Juliana Pereira da. O papel das tecnologias digitais na educação e no mundo do trabalho. Educação &amp; Sociedade, Campinas, v. 42, 2021. Disponível em: https://www.scielo.br/j/es. Acesso em: 01 out.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D7E37B19E82504E99AA7AFA5B9E4D50" ma:contentTypeVersion="12" ma:contentTypeDescription="Crie um novo documento." ma:contentTypeScope="" ma:versionID="57ee64b1598db82d68bc962550f52757">
  <xsd:schema xmlns:xsd="http://www.w3.org/2001/XMLSchema" xmlns:xs="http://www.w3.org/2001/XMLSchema" xmlns:p="http://schemas.microsoft.com/office/2006/metadata/properties" xmlns:ns2="49e07d17-5aaa-41b4-8f19-66aaae1987cf" xmlns:ns3="792896b7-9f61-4220-81f6-9dd4036cffc8" targetNamespace="http://schemas.microsoft.com/office/2006/metadata/properties" ma:root="true" ma:fieldsID="f93668e794b56d9e0e8231a48b4ccebf" ns2:_="" ns3:_="">
    <xsd:import namespace="49e07d17-5aaa-41b4-8f19-66aaae1987cf"/>
    <xsd:import namespace="792896b7-9f61-4220-81f6-9dd4036cff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07d17-5aaa-41b4-8f19-66aaae1987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2896b7-9f61-4220-81f6-9dd4036cffc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78d09f-4b73-4751-87da-2ce5973fa3ae}" ma:internalName="TaxCatchAll" ma:showField="CatchAllData" ma:web="792896b7-9f61-4220-81f6-9dd4036cff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2896b7-9f61-4220-81f6-9dd4036cffc8" xsi:nil="true"/>
    <lcf76f155ced4ddcb4097134ff3c332f xmlns="49e07d17-5aaa-41b4-8f19-66aaae1987c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ACD0A8-247F-4B9D-9489-DBB1063319FA}">
  <ds:schemaRefs>
    <ds:schemaRef ds:uri="49e07d17-5aaa-41b4-8f19-66aaae1987cf"/>
    <ds:schemaRef ds:uri="792896b7-9f61-4220-81f6-9dd4036cff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5F870A7-2300-49A1-B538-F748BF99FF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830084-ACE7-4933-91BB-DAF0754D975A}">
  <ds:schemaRefs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792896b7-9f61-4220-81f6-9dd4036cffc8"/>
    <ds:schemaRef ds:uri="49e07d17-5aaa-41b4-8f19-66aaae1987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Personalizar</PresentationFormat>
  <Paragraphs>61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Cooper Hewitt</vt:lpstr>
      <vt:lpstr>Calibri</vt:lpstr>
      <vt:lpstr>Arial</vt:lpstr>
      <vt:lpstr>Cooper Hewitt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BEELDER SLIDESHOW</dc:title>
  <cp:lastModifiedBy>Lab 06-Micro 10</cp:lastModifiedBy>
  <cp:revision>5</cp:revision>
  <dcterms:created xsi:type="dcterms:W3CDTF">2006-08-16T00:00:00Z</dcterms:created>
  <dcterms:modified xsi:type="dcterms:W3CDTF">2025-11-17T16:12:17Z</dcterms:modified>
  <dc:identifier>DAGzuF4ZoEQ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0x0101004D7E37B19E82504E99AA7AFA5B9E4D50</vt:lpwstr>
  </property>
  <property fmtid="{D5CDD505-2E9C-101B-9397-08002B2CF9AE}" pid="3" name="MediaServiceImageTags">
    <vt:lpwstr/>
  </property>
</Properties>
</file>